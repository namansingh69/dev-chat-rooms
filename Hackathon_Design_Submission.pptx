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Dev Chat Rooms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Structural Design &amp; User Experience Philosophy</a:t>
            </a:r>
          </a:p>
          <a:p/>
          <a:p>
            <a:r>
              <a:t>Value Proposition: Seamless developer collaboration augmented by context-aware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Landing &amp; Chat Interface:</a:t>
            </a:r>
          </a:p>
          <a:p>
            <a:pPr lvl="1"/>
            <a:r>
              <a:t>- Glassmorphic frosted sidebar for room navigation (reduces cognitive load).</a:t>
            </a:r>
          </a:p>
          <a:p>
            <a:pPr lvl="1"/>
            <a:r>
              <a:t>- Primary CTA positioned strategically within chat to gate unauthorized access.</a:t>
            </a:r>
          </a:p>
          <a:p>
            <a:r>
              <a:t>2. Settings &amp; API Configuration:</a:t>
            </a:r>
          </a:p>
          <a:p>
            <a:pPr lvl="1"/>
            <a:r>
              <a:t>- Clean, modal-based friction to capture Google Auth and AI Studio APIs.</a:t>
            </a:r>
          </a:p>
          <a:p>
            <a:pPr lvl="1"/>
            <a:r>
              <a:t>- Uses minimal color system for focus.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Flow: The 'A -&gt; B -&gt; C'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[A] Authentication:</a:t>
            </a:r>
          </a:p>
          <a:p>
            <a:pPr lvl="1"/>
            <a:r>
              <a:t>Guest -&gt; Google Login / Anon Setup -&gt; Chat Access.</a:t>
            </a:r>
          </a:p>
          <a:p>
            <a:pPr/>
            <a:r>
              <a:t>[B] Room Selection:</a:t>
            </a:r>
          </a:p>
          <a:p>
            <a:pPr lvl="1"/>
            <a:r>
              <a:t>User clicks ?room link or Sidebar Hash -&gt; Socket.IO emits join event.</a:t>
            </a:r>
          </a:p>
          <a:p>
            <a:pPr/>
            <a:r>
              <a:t>[C] Collaboration &amp; AI Resolution:</a:t>
            </a:r>
          </a:p>
          <a:p>
            <a:pPr lvl="1"/>
            <a:r>
              <a:t>User tags @LowEntropyAI -&gt; Context window passed to Gemini fallback -&gt; Markdown streaming.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System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Typography &amp; Hierarchy:</a:t>
            </a:r>
          </a:p>
          <a:p>
            <a:pPr lvl="1"/>
            <a:r>
              <a:t>- Inter (sans-serif) for high legibility in dense chat logs.</a:t>
            </a:r>
          </a:p>
          <a:p>
            <a:pPr/>
            <a:r>
              <a:t>Color Palette (Dark Mode First):</a:t>
            </a:r>
          </a:p>
          <a:p>
            <a:pPr lvl="1"/>
            <a:r>
              <a:t>- Background: #0a0a0a (reduces eye strain)</a:t>
            </a:r>
          </a:p>
          <a:p>
            <a:pPr lvl="1"/>
            <a:r>
              <a:t>- Primary Action: #3b82f6 (Blue) ensuring AAA contrast</a:t>
            </a:r>
          </a:p>
          <a:p>
            <a:pPr/>
            <a:r>
              <a:t>Components:</a:t>
            </a:r>
          </a:p>
          <a:p>
            <a:pPr lvl="1"/>
            <a:r>
              <a:t>- Cards: Border white/5 with backdrop-blur for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